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60" r:id="rId7"/>
    <p:sldId id="258" r:id="rId8"/>
    <p:sldId id="259" r:id="rId9"/>
    <p:sldId id="262" r:id="rId10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6/11/relationships/changesInfo" Target="changesInfos/changesInfo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andaele Yosha" userId="9e46ddaf-df5a-4623-8add-fe0b947d6181" providerId="ADAL" clId="{C0C05178-E97F-4600-9777-1D4069F9BFD8}"/>
    <pc:docChg chg="custSel modSld">
      <pc:chgData name="Vandaele Yosha" userId="9e46ddaf-df5a-4623-8add-fe0b947d6181" providerId="ADAL" clId="{C0C05178-E97F-4600-9777-1D4069F9BFD8}" dt="2021-12-17T14:48:31.752" v="124" actId="114"/>
      <pc:docMkLst>
        <pc:docMk/>
      </pc:docMkLst>
      <pc:sldChg chg="modSp mod">
        <pc:chgData name="Vandaele Yosha" userId="9e46ddaf-df5a-4623-8add-fe0b947d6181" providerId="ADAL" clId="{C0C05178-E97F-4600-9777-1D4069F9BFD8}" dt="2021-12-17T14:48:31.752" v="124" actId="114"/>
        <pc:sldMkLst>
          <pc:docMk/>
          <pc:sldMk cId="949077770" sldId="256"/>
        </pc:sldMkLst>
        <pc:spChg chg="mod">
          <ac:chgData name="Vandaele Yosha" userId="9e46ddaf-df5a-4623-8add-fe0b947d6181" providerId="ADAL" clId="{C0C05178-E97F-4600-9777-1D4069F9BFD8}" dt="2021-12-17T14:48:31.752" v="124" actId="114"/>
          <ac:spMkLst>
            <pc:docMk/>
            <pc:sldMk cId="949077770" sldId="256"/>
            <ac:spMk id="3" creationId="{510651AA-5F60-4B6E-8386-AEA67C018DF4}"/>
          </ac:spMkLst>
        </pc:spChg>
      </pc:sldChg>
    </pc:docChg>
  </pc:docChgLst>
  <pc:docChgLst>
    <pc:chgData name="Boury Fries" userId="3f8d8554-fab3-4764-ac68-3715b85b6c80" providerId="ADAL" clId="{4E627FB3-04C7-446E-862B-D79CBD804048}"/>
    <pc:docChg chg="addSld modSld">
      <pc:chgData name="Boury Fries" userId="3f8d8554-fab3-4764-ac68-3715b85b6c80" providerId="ADAL" clId="{4E627FB3-04C7-446E-862B-D79CBD804048}" dt="2023-11-28T13:45:50.997" v="81" actId="20577"/>
      <pc:docMkLst>
        <pc:docMk/>
      </pc:docMkLst>
      <pc:sldChg chg="modSp mod">
        <pc:chgData name="Boury Fries" userId="3f8d8554-fab3-4764-ac68-3715b85b6c80" providerId="ADAL" clId="{4E627FB3-04C7-446E-862B-D79CBD804048}" dt="2023-11-28T13:43:47.989" v="31" actId="20577"/>
        <pc:sldMkLst>
          <pc:docMk/>
          <pc:sldMk cId="1114309558" sldId="257"/>
        </pc:sldMkLst>
        <pc:spChg chg="mod">
          <ac:chgData name="Boury Fries" userId="3f8d8554-fab3-4764-ac68-3715b85b6c80" providerId="ADAL" clId="{4E627FB3-04C7-446E-862B-D79CBD804048}" dt="2023-11-28T13:43:47.989" v="31" actId="20577"/>
          <ac:spMkLst>
            <pc:docMk/>
            <pc:sldMk cId="1114309558" sldId="257"/>
            <ac:spMk id="3" creationId="{64915428-ACD8-4B22-96DC-2806680ED3AB}"/>
          </ac:spMkLst>
        </pc:spChg>
      </pc:sldChg>
      <pc:sldChg chg="modSp mod">
        <pc:chgData name="Boury Fries" userId="3f8d8554-fab3-4764-ac68-3715b85b6c80" providerId="ADAL" clId="{4E627FB3-04C7-446E-862B-D79CBD804048}" dt="2023-11-28T13:44:13.807" v="39" actId="20577"/>
        <pc:sldMkLst>
          <pc:docMk/>
          <pc:sldMk cId="160499841" sldId="258"/>
        </pc:sldMkLst>
        <pc:spChg chg="mod">
          <ac:chgData name="Boury Fries" userId="3f8d8554-fab3-4764-ac68-3715b85b6c80" providerId="ADAL" clId="{4E627FB3-04C7-446E-862B-D79CBD804048}" dt="2023-11-28T13:44:13.807" v="39" actId="20577"/>
          <ac:spMkLst>
            <pc:docMk/>
            <pc:sldMk cId="160499841" sldId="258"/>
            <ac:spMk id="3" creationId="{64915428-ACD8-4B22-96DC-2806680ED3AB}"/>
          </ac:spMkLst>
        </pc:spChg>
      </pc:sldChg>
      <pc:sldChg chg="modSp mod">
        <pc:chgData name="Boury Fries" userId="3f8d8554-fab3-4764-ac68-3715b85b6c80" providerId="ADAL" clId="{4E627FB3-04C7-446E-862B-D79CBD804048}" dt="2023-11-28T13:45:43.430" v="76" actId="20577"/>
        <pc:sldMkLst>
          <pc:docMk/>
          <pc:sldMk cId="3267762851" sldId="259"/>
        </pc:sldMkLst>
        <pc:spChg chg="mod">
          <ac:chgData name="Boury Fries" userId="3f8d8554-fab3-4764-ac68-3715b85b6c80" providerId="ADAL" clId="{4E627FB3-04C7-446E-862B-D79CBD804048}" dt="2023-11-28T13:45:43.430" v="76" actId="20577"/>
          <ac:spMkLst>
            <pc:docMk/>
            <pc:sldMk cId="3267762851" sldId="259"/>
            <ac:spMk id="2" creationId="{EF6BB071-C63E-40D3-93C6-9F99F27862FE}"/>
          </ac:spMkLst>
        </pc:spChg>
        <pc:spChg chg="mod">
          <ac:chgData name="Boury Fries" userId="3f8d8554-fab3-4764-ac68-3715b85b6c80" providerId="ADAL" clId="{4E627FB3-04C7-446E-862B-D79CBD804048}" dt="2023-11-28T13:45:40.351" v="72" actId="6549"/>
          <ac:spMkLst>
            <pc:docMk/>
            <pc:sldMk cId="3267762851" sldId="259"/>
            <ac:spMk id="3" creationId="{64915428-ACD8-4B22-96DC-2806680ED3AB}"/>
          </ac:spMkLst>
        </pc:spChg>
      </pc:sldChg>
      <pc:sldChg chg="modSp add mod">
        <pc:chgData name="Boury Fries" userId="3f8d8554-fab3-4764-ac68-3715b85b6c80" providerId="ADAL" clId="{4E627FB3-04C7-446E-862B-D79CBD804048}" dt="2023-11-28T13:45:50.997" v="81" actId="20577"/>
        <pc:sldMkLst>
          <pc:docMk/>
          <pc:sldMk cId="1652142467" sldId="262"/>
        </pc:sldMkLst>
        <pc:spChg chg="mod">
          <ac:chgData name="Boury Fries" userId="3f8d8554-fab3-4764-ac68-3715b85b6c80" providerId="ADAL" clId="{4E627FB3-04C7-446E-862B-D79CBD804048}" dt="2023-11-28T13:45:46.970" v="80" actId="20577"/>
          <ac:spMkLst>
            <pc:docMk/>
            <pc:sldMk cId="1652142467" sldId="262"/>
            <ac:spMk id="2" creationId="{EF6BB071-C63E-40D3-93C6-9F99F27862FE}"/>
          </ac:spMkLst>
        </pc:spChg>
        <pc:spChg chg="mod">
          <ac:chgData name="Boury Fries" userId="3f8d8554-fab3-4764-ac68-3715b85b6c80" providerId="ADAL" clId="{4E627FB3-04C7-446E-862B-D79CBD804048}" dt="2023-11-28T13:45:50.997" v="81" actId="20577"/>
          <ac:spMkLst>
            <pc:docMk/>
            <pc:sldMk cId="1652142467" sldId="262"/>
            <ac:spMk id="3" creationId="{64915428-ACD8-4B22-96DC-2806680ED3AB}"/>
          </ac:spMkLst>
        </pc:spChg>
      </pc:sldChg>
    </pc:docChg>
  </pc:docChgLst>
  <pc:docChgLst>
    <pc:chgData name="Vandaele Yosha" userId="S::yosha.vandaele@howest.be::9e46ddaf-df5a-4623-8add-fe0b947d6181" providerId="AD" clId="Web-{E204D132-4CFC-4F24-0FBD-6FDAF349B147}"/>
    <pc:docChg chg="modSld">
      <pc:chgData name="Vandaele Yosha" userId="S::yosha.vandaele@howest.be::9e46ddaf-df5a-4623-8add-fe0b947d6181" providerId="AD" clId="Web-{E204D132-4CFC-4F24-0FBD-6FDAF349B147}" dt="2021-12-17T14:47:42.196" v="195" actId="20577"/>
      <pc:docMkLst>
        <pc:docMk/>
      </pc:docMkLst>
      <pc:sldChg chg="modSp">
        <pc:chgData name="Vandaele Yosha" userId="S::yosha.vandaele@howest.be::9e46ddaf-df5a-4623-8add-fe0b947d6181" providerId="AD" clId="Web-{E204D132-4CFC-4F24-0FBD-6FDAF349B147}" dt="2021-12-17T14:47:42.196" v="195" actId="20577"/>
        <pc:sldMkLst>
          <pc:docMk/>
          <pc:sldMk cId="949077770" sldId="256"/>
        </pc:sldMkLst>
        <pc:spChg chg="mod">
          <ac:chgData name="Vandaele Yosha" userId="S::yosha.vandaele@howest.be::9e46ddaf-df5a-4623-8add-fe0b947d6181" providerId="AD" clId="Web-{E204D132-4CFC-4F24-0FBD-6FDAF349B147}" dt="2021-12-17T14:47:42.196" v="195" actId="20577"/>
          <ac:spMkLst>
            <pc:docMk/>
            <pc:sldMk cId="949077770" sldId="256"/>
            <ac:spMk id="3" creationId="{510651AA-5F60-4B6E-8386-AEA67C018DF4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CAAC4-8D12-47CF-BE43-7EB46A4D59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39AEBC-7606-4ADC-B5B0-6A3BC80A2F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50DAEE-C80D-4F35-B786-91FB7CA48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E275-2AB5-4A66-A8E8-90F9ABC8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AA5F36-6144-4864-8555-3C920AD71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‹nr.›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5182732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551CC-2784-471A-819A-0BB647B6B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BF8D80-3B7B-4F28-AEFD-D834AEBCC6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B208A-B304-4974-A753-A386793B0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D83DB3-E76E-4DCC-A934-DE6FC5762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5E50E5-487F-4F26-B329-FF396CB20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‹nr.›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82583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B2E1F-FBE7-4F65-94C7-B636380FE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8C9729-7ECE-4365-98F3-8DFF780FE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FA8B8C-4C53-4B4C-BD2C-864D0D7B33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D7CEA2-7CAF-4851-A38B-618DD216F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BB7E0B-5EA5-473D-BF56-D86D080A7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‹nr.›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667619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935E0-152D-4AF7-BD87-955474D08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89FBD-9AF6-494E-A906-31E047899D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09ECF5-FC69-44A2-865A-BF59EEA41D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F44A24-6932-4F11-BD5E-0F51DF2B1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BA03F3-39FB-4D6C-8751-A7EDF6009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E43C9F-1845-44AD-86AA-8D2EC39EB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‹nr.›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22497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E56D3-AB15-4310-A6DA-FCCC13009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F4F9E5-544E-408F-9A5B-5A9D043BB0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64E7D5-72F6-463A-BA78-97C231B737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20D308-9D2F-4E2B-98E8-42F65039F8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9D9437-C09B-4818-B72A-8E54A3BA32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395E20-1927-449F-8CA5-4628C2F5A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88AC43-B655-428D-AE3D-DB74BBB15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5E8EE6-694D-461F-AE93-765F8A3E3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‹nr.›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2573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4436E-1F26-4110-83C7-943D2F425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18F822-E6C7-462B-97CD-78D3D4DF09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E2244D-E53E-43D0-A4F2-9C9D674BB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3CDC-F7C2-4A6E-A008-CEB3A6D58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‹nr.›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75667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3B3D8CF-1BB0-4BB5-A3C3-69A22ECD5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FAB160-C248-403F-AD25-158A965BE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F1B489-7B94-4B54-B3AF-E8AF8FD50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‹nr.›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380687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3942C-8A0D-4781-A8F3-57B3EE3CD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E01E5-1D61-43C7-B6CD-7037DCB14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3A444E-E01C-4A28-83F1-E48254F6BE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88AD5B-93CF-4725-B418-C1ADE03F3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C9DC45-0596-4AB3-91ED-EC8B0A889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BB3885-5DD4-4DA8-B5F5-40745170F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‹nr.›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230379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99836-3F3C-4E2F-9190-DEB510EE6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B6E0E5-A1D5-4606-A4EC-5A8116A487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841ED8-FBEC-48EB-B5A6-F5032E1018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5DA45B-1955-45CA-80B0-66008EC0F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3C90FA-53E2-41CE-BD63-ECA490D3E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8A9B8D-2082-4BE4-BCE5-07F8F9334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‹nr.›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778602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318EC-44E3-4FD6-AF24-AC5021AFC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538C05-3BE4-4F1F-A85F-EBF60F029F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A43FC-668F-4A16-B33A-A1704CA88B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84EA9D-B745-4822-9D4F-8E34B4550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11FCBD-2F9B-4E40-B993-5543BC625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‹nr.›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155455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262F4C-847A-45E8-89DF-86FADD929C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B5F776-752A-4772-8F18-20F7169A3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A0D1A1-5C8E-4021-A99C-3556DF8A3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2E59EE-6B67-4900-9B15-8052B4D98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C593B4-0982-4C28-9583-53F588B94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‹nr.›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0954481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389769-7B4A-4C8C-94A2-1CE676F46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26073D-45AC-4934-9FAA-61975D5C06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75320-EECE-4069-9EC1-5688F7A887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E6D776-80A5-466B-B9A0-F462DF91CA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80D87A-C974-47EE-BF90-816BF0B07F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5161DE-E191-4798-91BE-355EA90292A5}" type="slidenum">
              <a:rPr lang="en-BE" smtClean="0"/>
              <a:t>‹nr.›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881782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85F04-C22A-42D7-B131-70E81FD946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GPP Exam: Zombie AI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0651AA-5F60-4B6E-8386-AEA67C018D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90777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 Making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Visualization of your decision making structure (readable!)</a:t>
            </a:r>
          </a:p>
          <a:p>
            <a:pPr lvl="1"/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Tip: use miro.com!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27" name="Afbeelding 26">
            <a:extLst>
              <a:ext uri="{FF2B5EF4-FFF2-40B4-BE49-F238E27FC236}">
                <a16:creationId xmlns:a16="http://schemas.microsoft.com/office/drawing/2014/main" id="{71F8C478-7A59-01A7-2ED5-00B1431F8E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90688"/>
            <a:ext cx="12192000" cy="3994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43095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>
            <a:extLst>
              <a:ext uri="{FF2B5EF4-FFF2-40B4-BE49-F238E27FC236}">
                <a16:creationId xmlns:a16="http://schemas.microsoft.com/office/drawing/2014/main" id="{7C7A22F4-B8B4-F659-8B1F-2A4405FD14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0" y="0"/>
            <a:ext cx="7940040" cy="414512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Enemy handling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827530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>
            <a:extLst>
              <a:ext uri="{FF2B5EF4-FFF2-40B4-BE49-F238E27FC236}">
                <a16:creationId xmlns:a16="http://schemas.microsoft.com/office/drawing/2014/main" id="{C5E949E5-2AF9-52B1-19B9-A39DA88EE6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68090"/>
            <a:ext cx="12192000" cy="30541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Inventory</a:t>
            </a:r>
            <a:endParaRPr lang="en-BE"/>
          </a:p>
        </p:txBody>
      </p:sp>
      <p:pic>
        <p:nvPicPr>
          <p:cNvPr id="9" name="Afbeelding 8">
            <a:extLst>
              <a:ext uri="{FF2B5EF4-FFF2-40B4-BE49-F238E27FC236}">
                <a16:creationId xmlns:a16="http://schemas.microsoft.com/office/drawing/2014/main" id="{134E5546-FD55-DFE2-953C-C3B6401DE9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476" t="23732" r="7737" b="16001"/>
          <a:stretch>
            <a:fillRect/>
          </a:stretch>
        </p:blipFill>
        <p:spPr>
          <a:xfrm>
            <a:off x="5318571" y="3429000"/>
            <a:ext cx="5418872" cy="3300984"/>
          </a:xfrm>
          <a:prstGeom prst="rect">
            <a:avLst/>
          </a:prstGeom>
        </p:spPr>
      </p:pic>
      <p:sp>
        <p:nvSpPr>
          <p:cNvPr id="10" name="Tekstvak 9">
            <a:extLst>
              <a:ext uri="{FF2B5EF4-FFF2-40B4-BE49-F238E27FC236}">
                <a16:creationId xmlns:a16="http://schemas.microsoft.com/office/drawing/2014/main" id="{F03EF32A-B8F4-A3DB-4DAC-2CEDB106BB9F}"/>
              </a:ext>
            </a:extLst>
          </p:cNvPr>
          <p:cNvSpPr txBox="1"/>
          <p:nvPr/>
        </p:nvSpPr>
        <p:spPr>
          <a:xfrm>
            <a:off x="0" y="3521765"/>
            <a:ext cx="541887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• Inventory is checked before choosing a target item</a:t>
            </a:r>
          </a:p>
          <a:p>
            <a:r>
              <a:rPr lang="en-US" dirty="0"/>
              <a:t>• Items are scored using usefulness and distance</a:t>
            </a:r>
          </a:p>
          <a:p>
            <a:r>
              <a:rPr lang="en-US" dirty="0"/>
              <a:t>• Duplicates are ignored until the basic kit is complete</a:t>
            </a:r>
          </a:p>
          <a:p>
            <a:r>
              <a:rPr lang="en-US" dirty="0"/>
              <a:t>• </a:t>
            </a:r>
            <a:r>
              <a:rPr lang="en-US" dirty="0" err="1"/>
              <a:t>Medkits</a:t>
            </a:r>
            <a:r>
              <a:rPr lang="en-US" dirty="0"/>
              <a:t> and food become more important when health or stamina is low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604998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Movement - Steering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nl-BE" dirty="0"/>
              <a:t>• No full </a:t>
            </a:r>
            <a:r>
              <a:rPr lang="nl-BE" dirty="0" err="1"/>
              <a:t>SteeringBehavior</a:t>
            </a:r>
            <a:r>
              <a:rPr lang="nl-BE" dirty="0"/>
              <a:t> system was </a:t>
            </a:r>
            <a:r>
              <a:rPr lang="nl-BE" dirty="0" err="1"/>
              <a:t>implemented</a:t>
            </a:r>
            <a:endParaRPr lang="nl-BE" dirty="0"/>
          </a:p>
          <a:p>
            <a:pPr marL="0" indent="0">
              <a:buNone/>
            </a:pPr>
            <a:r>
              <a:rPr lang="nl-BE" dirty="0"/>
              <a:t>• </a:t>
            </a:r>
            <a:r>
              <a:rPr lang="nl-BE" dirty="0" err="1"/>
              <a:t>Movement</a:t>
            </a:r>
            <a:r>
              <a:rPr lang="nl-BE" dirty="0"/>
              <a:t> is </a:t>
            </a:r>
            <a:r>
              <a:rPr lang="nl-BE" dirty="0" err="1"/>
              <a:t>handled</a:t>
            </a:r>
            <a:r>
              <a:rPr lang="nl-BE" dirty="0"/>
              <a:t> </a:t>
            </a:r>
            <a:r>
              <a:rPr lang="nl-BE" dirty="0" err="1"/>
              <a:t>using</a:t>
            </a:r>
            <a:r>
              <a:rPr lang="nl-BE" dirty="0"/>
              <a:t> </a:t>
            </a:r>
            <a:r>
              <a:rPr lang="nl-BE" dirty="0" err="1"/>
              <a:t>Behavior</a:t>
            </a:r>
            <a:r>
              <a:rPr lang="nl-BE" dirty="0"/>
              <a:t> Tree </a:t>
            </a:r>
            <a:r>
              <a:rPr lang="nl-BE" dirty="0" err="1"/>
              <a:t>tasks</a:t>
            </a:r>
            <a:r>
              <a:rPr lang="nl-BE" dirty="0"/>
              <a:t> + </a:t>
            </a:r>
            <a:r>
              <a:rPr lang="nl-BE" dirty="0" err="1"/>
              <a:t>NavMesh</a:t>
            </a:r>
            <a:r>
              <a:rPr lang="nl-BE" dirty="0"/>
              <a:t> </a:t>
            </a:r>
            <a:r>
              <a:rPr lang="nl-BE" dirty="0" err="1"/>
              <a:t>MoveTo</a:t>
            </a:r>
            <a:endParaRPr lang="nl-BE" dirty="0"/>
          </a:p>
          <a:p>
            <a:pPr marL="0" indent="0">
              <a:buNone/>
            </a:pPr>
            <a:r>
              <a:rPr lang="nl-BE" dirty="0"/>
              <a:t>• </a:t>
            </a:r>
            <a:r>
              <a:rPr lang="nl-BE" dirty="0" err="1"/>
              <a:t>Flee</a:t>
            </a:r>
            <a:r>
              <a:rPr lang="nl-BE" dirty="0"/>
              <a:t>-style logic is </a:t>
            </a:r>
            <a:r>
              <a:rPr lang="nl-BE" dirty="0" err="1"/>
              <a:t>used</a:t>
            </a:r>
            <a:r>
              <a:rPr lang="nl-BE" dirty="0"/>
              <a:t>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calculate</a:t>
            </a:r>
            <a:r>
              <a:rPr lang="nl-BE" dirty="0"/>
              <a:t> escape targets:</a:t>
            </a:r>
          </a:p>
          <a:p>
            <a:pPr marL="0" indent="0">
              <a:buNone/>
            </a:pPr>
            <a:r>
              <a:rPr lang="nl-BE" dirty="0"/>
              <a:t>  - </a:t>
            </a:r>
            <a:r>
              <a:rPr lang="nl-BE" dirty="0" err="1"/>
              <a:t>Enemy</a:t>
            </a:r>
            <a:r>
              <a:rPr lang="nl-BE" dirty="0"/>
              <a:t> </a:t>
            </a:r>
            <a:r>
              <a:rPr lang="nl-BE" dirty="0" err="1"/>
              <a:t>flee</a:t>
            </a:r>
            <a:r>
              <a:rPr lang="nl-BE" dirty="0"/>
              <a:t> = </a:t>
            </a:r>
            <a:r>
              <a:rPr lang="nl-BE" dirty="0" err="1"/>
              <a:t>location</a:t>
            </a:r>
            <a:r>
              <a:rPr lang="nl-BE" dirty="0"/>
              <a:t> </a:t>
            </a:r>
            <a:r>
              <a:rPr lang="nl-BE" dirty="0" err="1"/>
              <a:t>away</a:t>
            </a:r>
            <a:r>
              <a:rPr lang="nl-BE" dirty="0"/>
              <a:t> </a:t>
            </a:r>
            <a:r>
              <a:rPr lang="nl-BE" dirty="0" err="1"/>
              <a:t>from</a:t>
            </a:r>
            <a:r>
              <a:rPr lang="nl-BE" dirty="0"/>
              <a:t> </a:t>
            </a:r>
            <a:r>
              <a:rPr lang="nl-BE" dirty="0" err="1"/>
              <a:t>TargetEnemy</a:t>
            </a:r>
            <a:endParaRPr lang="nl-BE" dirty="0"/>
          </a:p>
          <a:p>
            <a:pPr marL="0" indent="0">
              <a:buNone/>
            </a:pPr>
            <a:r>
              <a:rPr lang="nl-BE" dirty="0"/>
              <a:t>  - Purge escape = </a:t>
            </a:r>
            <a:r>
              <a:rPr lang="nl-BE" dirty="0" err="1"/>
              <a:t>location</a:t>
            </a:r>
            <a:r>
              <a:rPr lang="nl-BE" dirty="0"/>
              <a:t> </a:t>
            </a:r>
            <a:r>
              <a:rPr lang="nl-BE" dirty="0" err="1"/>
              <a:t>away</a:t>
            </a:r>
            <a:r>
              <a:rPr lang="nl-BE" dirty="0"/>
              <a:t> </a:t>
            </a:r>
            <a:r>
              <a:rPr lang="nl-BE" dirty="0" err="1"/>
              <a:t>from</a:t>
            </a:r>
            <a:r>
              <a:rPr lang="nl-BE" dirty="0"/>
              <a:t> </a:t>
            </a:r>
            <a:r>
              <a:rPr lang="nl-BE" dirty="0" err="1"/>
              <a:t>TargetPurgeZone</a:t>
            </a:r>
            <a:endParaRPr lang="nl-BE" dirty="0"/>
          </a:p>
          <a:p>
            <a:pPr marL="0" indent="0">
              <a:buNone/>
            </a:pPr>
            <a:r>
              <a:rPr lang="nl-BE" dirty="0"/>
              <a:t>• Exploration </a:t>
            </a:r>
            <a:r>
              <a:rPr lang="nl-BE" dirty="0" err="1"/>
              <a:t>uses</a:t>
            </a:r>
            <a:r>
              <a:rPr lang="nl-BE" dirty="0"/>
              <a:t> </a:t>
            </a:r>
            <a:r>
              <a:rPr lang="nl-BE" dirty="0" err="1"/>
              <a:t>randomized</a:t>
            </a:r>
            <a:r>
              <a:rPr lang="nl-BE" dirty="0"/>
              <a:t> </a:t>
            </a:r>
            <a:r>
              <a:rPr lang="nl-BE" dirty="0" err="1"/>
              <a:t>reachable</a:t>
            </a:r>
            <a:r>
              <a:rPr lang="nl-BE" dirty="0"/>
              <a:t> </a:t>
            </a:r>
            <a:r>
              <a:rPr lang="nl-BE" dirty="0" err="1"/>
              <a:t>NavMesh</a:t>
            </a:r>
            <a:r>
              <a:rPr lang="nl-BE" dirty="0"/>
              <a:t> targets</a:t>
            </a:r>
          </a:p>
          <a:p>
            <a:pPr marL="0" indent="0">
              <a:buNone/>
            </a:pPr>
            <a:r>
              <a:rPr lang="nl-BE" dirty="0"/>
              <a:t>• </a:t>
            </a:r>
            <a:r>
              <a:rPr lang="nl-BE" dirty="0" err="1"/>
              <a:t>Final</a:t>
            </a:r>
            <a:r>
              <a:rPr lang="nl-BE" dirty="0"/>
              <a:t> </a:t>
            </a:r>
            <a:r>
              <a:rPr lang="nl-BE" dirty="0" err="1"/>
              <a:t>movement</a:t>
            </a:r>
            <a:r>
              <a:rPr lang="nl-BE" dirty="0"/>
              <a:t> is </a:t>
            </a:r>
            <a:r>
              <a:rPr lang="nl-BE" dirty="0" err="1"/>
              <a:t>executed</a:t>
            </a:r>
            <a:r>
              <a:rPr lang="nl-BE" dirty="0"/>
              <a:t> </a:t>
            </a:r>
            <a:r>
              <a:rPr lang="nl-BE" dirty="0" err="1"/>
              <a:t>by</a:t>
            </a:r>
            <a:r>
              <a:rPr lang="nl-BE" dirty="0"/>
              <a:t> </a:t>
            </a:r>
            <a:r>
              <a:rPr lang="nl-BE" dirty="0" err="1"/>
              <a:t>Unreal’s</a:t>
            </a:r>
            <a:r>
              <a:rPr lang="nl-BE" dirty="0"/>
              <a:t> </a:t>
            </a:r>
            <a:r>
              <a:rPr lang="nl-BE" dirty="0" err="1"/>
              <a:t>navigation</a:t>
            </a:r>
            <a:r>
              <a:rPr lang="nl-BE" dirty="0"/>
              <a:t> system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2677628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Movement </a:t>
            </a:r>
            <a:r>
              <a:rPr lang="en-US"/>
              <a:t>- Exploration</a:t>
            </a:r>
            <a:endParaRPr lang="en-BE" dirty="0"/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4EBC7278-024E-926A-ACC6-BA6F3C423C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BE" dirty="0"/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304A9379-0708-916A-EA63-3D0284102C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3052" y="0"/>
            <a:ext cx="5328948" cy="5568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21424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23942CCEB3A674D8F1F6472CCEFB38E" ma:contentTypeVersion="11" ma:contentTypeDescription="Create a new document." ma:contentTypeScope="" ma:versionID="e4de40d148e029d40e3aaddc8bf68a5e">
  <xsd:schema xmlns:xsd="http://www.w3.org/2001/XMLSchema" xmlns:xs="http://www.w3.org/2001/XMLSchema" xmlns:p="http://schemas.microsoft.com/office/2006/metadata/properties" xmlns:ns2="128482ec-0431-40d5-ab26-89ea2a4f3ccd" xmlns:ns3="60eb0cf4-ae2a-4762-800a-cb593b869ecb" xmlns:ns4="http://schemas.microsoft.com/sharepoint/v4" xmlns:ns5="a2e691a9-fcfc-4d85-a390-1894fe98bd9e" targetNamespace="http://schemas.microsoft.com/office/2006/metadata/properties" ma:root="true" ma:fieldsID="fce8e8bd091658f3fe51b22d57dec109" ns2:_="" ns3:_="" ns4:_="" ns5:_="">
    <xsd:import namespace="128482ec-0431-40d5-ab26-89ea2a4f3ccd"/>
    <xsd:import namespace="60eb0cf4-ae2a-4762-800a-cb593b869ecb"/>
    <xsd:import namespace="http://schemas.microsoft.com/sharepoint/v4"/>
    <xsd:import namespace="a2e691a9-fcfc-4d85-a390-1894fe98bd9e"/>
    <xsd:element name="properties">
      <xsd:complexType>
        <xsd:sequence>
          <xsd:element name="documentManagement">
            <xsd:complexType>
              <xsd:all>
                <xsd:element ref="ns2:m99485b88215436a82099f8287cba0b0" minOccurs="0"/>
                <xsd:element ref="ns2:TaxCatchAll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Location" minOccurs="0"/>
                <xsd:element ref="ns4:IconOverlay" minOccurs="0"/>
                <xsd:element ref="ns5:SharedWithUsers" minOccurs="0"/>
                <xsd:element ref="ns5:SharedWithDetails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lcf76f155ced4ddcb4097134ff3c332f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8482ec-0431-40d5-ab26-89ea2a4f3ccd" elementFormDefault="qualified">
    <xsd:import namespace="http://schemas.microsoft.com/office/2006/documentManagement/types"/>
    <xsd:import namespace="http://schemas.microsoft.com/office/infopath/2007/PartnerControls"/>
    <xsd:element name="m99485b88215436a82099f8287cba0b0" ma:index="9" nillable="true" ma:taxonomy="true" ma:internalName="m99485b88215436a82099f8287cba0b0" ma:taxonomyFieldName="Kernteam" ma:displayName="Kernteam" ma:default="" ma:fieldId="{699485b8-8215-436a-8209-9f8287cba0b0}" ma:taxonomyMulti="true" ma:sspId="9d9af33d-1c7e-4655-8224-df3a670842a4" ma:termSetId="f2199854-b90f-4d12-b5f9-723340d5e437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" ma:index="10" nillable="true" ma:displayName="Taxonomy Catch All Column" ma:hidden="true" ma:list="{26a5f98c-5cc8-4015-9754-f7f59d70125b}" ma:internalName="TaxCatchAll" ma:showField="CatchAllData" ma:web="128482ec-0431-40d5-ab26-89ea2a4f3cc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eb0cf4-ae2a-4762-800a-cb593b869e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4" nillable="true" ma:displayName="MediaServiceAutoTags" ma:internalName="MediaServiceAutoTags" ma:readOnly="true">
      <xsd:simpleType>
        <xsd:restriction base="dms:Text"/>
      </xsd:simpleType>
    </xsd:element>
    <xsd:element name="MediaServiceOCR" ma:index="15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6" nillable="true" ma:displayName="MediaServiceLocation" ma:internalName="MediaServiceLocation" ma:readOnly="true">
      <xsd:simpleType>
        <xsd:restriction base="dms:Text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2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4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6" nillable="true" ma:taxonomy="true" ma:internalName="lcf76f155ced4ddcb4097134ff3c332f" ma:taxonomyFieldName="MediaServiceImageTags" ma:displayName="Image Tags" ma:readOnly="false" ma:fieldId="{5cf76f15-5ced-4ddc-b409-7134ff3c332f}" ma:taxonomyMulti="true" ma:sspId="9d9af33d-1c7e-4655-8224-df3a670842a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4" elementFormDefault="qualified">
    <xsd:import namespace="http://schemas.microsoft.com/office/2006/documentManagement/types"/>
    <xsd:import namespace="http://schemas.microsoft.com/office/infopath/2007/PartnerControls"/>
    <xsd:element name="IconOverlay" ma:index="17" nillable="true" ma:displayName="IconOverlay" ma:hidden="true" ma:internalName="IconOverlay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2e691a9-fcfc-4d85-a390-1894fe98bd9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Gedeeld met" ma:SearchPeopleOnly="false" ma:SharePointGroup="0" ma:internalName="SharedWithUsers" ma:readOnly="tru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conOverlay xmlns="http://schemas.microsoft.com/sharepoint/v4" xsi:nil="true"/>
    <TaxCatchAll xmlns="128482ec-0431-40d5-ab26-89ea2a4f3ccd" xsi:nil="true"/>
    <m99485b88215436a82099f8287cba0b0 xmlns="128482ec-0431-40d5-ab26-89ea2a4f3ccd">
      <Terms xmlns="http://schemas.microsoft.com/office/infopath/2007/PartnerControls"/>
    </m99485b88215436a82099f8287cba0b0>
    <lcf76f155ced4ddcb4097134ff3c332f xmlns="60eb0cf4-ae2a-4762-800a-cb593b869ecb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F8EC6D1-CB19-4400-AD0A-0C75CD884AE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7B8C5DE-3345-4025-A942-C5AA68E5554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28482ec-0431-40d5-ab26-89ea2a4f3ccd"/>
    <ds:schemaRef ds:uri="60eb0cf4-ae2a-4762-800a-cb593b869ecb"/>
    <ds:schemaRef ds:uri="http://schemas.microsoft.com/sharepoint/v4"/>
    <ds:schemaRef ds:uri="a2e691a9-fcfc-4d85-a390-1894fe98bd9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743389A-7EE0-4951-8919-E91DD69E3687}">
  <ds:schemaRefs>
    <ds:schemaRef ds:uri="128482ec-0431-40d5-ab26-89ea2a4f3ccd"/>
    <ds:schemaRef ds:uri="http://schemas.microsoft.com/office/2006/metadata/properties"/>
    <ds:schemaRef ds:uri="http://schemas.microsoft.com/office/infopath/2007/PartnerControls"/>
    <ds:schemaRef ds:uri="http://schemas.microsoft.com/sharepoint/v4"/>
    <ds:schemaRef ds:uri="60eb0cf4-ae2a-4762-800a-cb593b869ecb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242</TotalTime>
  <Words>134</Words>
  <Application>Microsoft Office PowerPoint</Application>
  <PresentationFormat>Breedbeeld</PresentationFormat>
  <Paragraphs>19</Paragraphs>
  <Slides>6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GPP Exam: Zombie AI</vt:lpstr>
      <vt:lpstr>Decision Making</vt:lpstr>
      <vt:lpstr>Enemy handling</vt:lpstr>
      <vt:lpstr>Inventory</vt:lpstr>
      <vt:lpstr>Movement - Steering</vt:lpstr>
      <vt:lpstr>Movement - Exploration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GPP Exam: Zombie AI</dc:title>
  <dc:creator>Vandaele Yosha</dc:creator>
  <cp:lastModifiedBy>Thymme Mouchrique</cp:lastModifiedBy>
  <cp:revision>7</cp:revision>
  <dcterms:created xsi:type="dcterms:W3CDTF">2021-12-17T12:45:32Z</dcterms:created>
  <dcterms:modified xsi:type="dcterms:W3CDTF">2026-06-05T11:12:24Z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0x010100723942CCEB3A674D8F1F6472CCEFB38E</vt:lpwstr>
  </property>
  <property fmtid="{D5CDD505-2E9C-101B-9397-08002B2CF9AE}" pid="3" name="Kernteam">
    <vt:lpwstr/>
  </property>
  <property fmtid="{D5CDD505-2E9C-101B-9397-08002B2CF9AE}" pid="4" name="MediaServiceImageTags">
    <vt:lpwstr/>
  </property>
</Properties>
</file>